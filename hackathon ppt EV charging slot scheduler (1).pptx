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594360"/>
            <a:ext cx="1508760" cy="1508760"/>
          </a:xfrm>
          <a:prstGeom prst="ellipse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1417320"/>
            <a:ext cx="640080" cy="640080"/>
          </a:xfrm>
          <a:prstGeom prst="ellipse">
            <a:avLst/>
          </a:prstGeom>
          <a:solidFill>
            <a:srgbClr val="2E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72600" y="1965960"/>
            <a:ext cx="411480" cy="411480"/>
          </a:xfrm>
          <a:prstGeom prst="ellipse">
            <a:avLst/>
          </a:prstGeom>
          <a:solidFill>
            <a:srgbClr val="F4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8138160" cy="4480560"/>
          </a:xfrm>
          <a:prstGeom prst="roundRect">
            <a:avLst/>
          </a:prstGeom>
          <a:solidFill>
            <a:srgbClr val="14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7406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EV Charging</a:t>
            </a:r>
            <a:br/>
            <a:r>
              <a:t>Slot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20894"/>
            <a:ext cx="184646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B1EEE5"/>
                </a:solidFill>
              </a:defRPr>
            </a:pPr>
            <a:r>
              <a:rPr lang="en-IN" dirty="0"/>
              <a:t>PRESENTED BY: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24128" y="3002125"/>
            <a:ext cx="329942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7E1E8"/>
                </a:solidFill>
              </a:defRPr>
            </a:pPr>
            <a:r>
              <a:rPr lang="en-IN" b="1" dirty="0"/>
              <a:t>SHAIK</a:t>
            </a:r>
            <a:r>
              <a:rPr b="1" dirty="0"/>
              <a:t>.</a:t>
            </a:r>
            <a:r>
              <a:rPr lang="en-IN" b="1" dirty="0"/>
              <a:t>NAZEER BHAI [25MVCSMR0439</a:t>
            </a:r>
            <a:r>
              <a:rPr lang="en-IN" dirty="0"/>
              <a:t>]</a:t>
            </a:r>
          </a:p>
          <a:p>
            <a:pPr>
              <a:defRPr sz="1500">
                <a:solidFill>
                  <a:srgbClr val="D7E1E8"/>
                </a:solidFill>
              </a:defRPr>
            </a:pPr>
            <a:r>
              <a:rPr lang="en-IN" b="1" dirty="0"/>
              <a:t>K.BHARATH REDDY [25MVCSMR0401]</a:t>
            </a:r>
          </a:p>
          <a:p>
            <a:pPr>
              <a:defRPr sz="1500">
                <a:solidFill>
                  <a:srgbClr val="D7E1E8"/>
                </a:solidFill>
              </a:defRPr>
            </a:pPr>
            <a:r>
              <a:rPr lang="en-IN" b="1" dirty="0"/>
              <a:t>M.DHANUNJAY [25MVCSMR0412]</a:t>
            </a:r>
          </a:p>
          <a:p>
            <a:pPr>
              <a:defRPr sz="1500">
                <a:solidFill>
                  <a:srgbClr val="D7E1E8"/>
                </a:solidFill>
              </a:defRPr>
            </a:pPr>
            <a:r>
              <a:rPr lang="en-IN" b="1" dirty="0"/>
              <a:t>P.NEERAJ [25MVCSMR0429]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9C3"/>
                </a:solidFill>
              </a:defRPr>
            </a:pPr>
            <a:r>
              <a:t>EV Charging Slot Scheduler  •  Problem 86                                    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238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7E"/>
                </a:solidFill>
              </a:defRPr>
            </a:pPr>
            <a:r>
              <a:t>Turn EV charging constraints into an explainable scheduling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33756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3337560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999232" cy="2642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32F3A"/>
                </a:solidFill>
              </a:defRPr>
            </a:pPr>
            <a:r>
              <a:t>Vehicle ID</a:t>
            </a:r>
            <a:br/>
            <a:r>
              <a:t>Arrival time</a:t>
            </a:r>
            <a:br/>
            <a:r>
              <a:t>Departure deadline</a:t>
            </a:r>
            <a:br/>
            <a:r>
              <a:t>Charging duration</a:t>
            </a:r>
            <a:br/>
            <a:r>
              <a:t>Urgency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333756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64008" cy="3337560"/>
          </a:xfrm>
          <a:prstGeom prst="rect">
            <a:avLst/>
          </a:prstGeom>
          <a:solidFill>
            <a:srgbClr val="2E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93392"/>
            <a:ext cx="2999232" cy="2642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32F3A"/>
                </a:solidFill>
              </a:defRPr>
            </a:pPr>
            <a:r>
              <a:t>Which vehicle first?</a:t>
            </a:r>
            <a:br/>
            <a:r>
              <a:t>Which charging slot?</a:t>
            </a:r>
            <a:br/>
            <a:r>
              <a:t>Can it finish before departure?</a:t>
            </a:r>
            <a:br/>
            <a:r>
              <a:t>What happens if no slot is feasible?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83280" cy="333756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3337560"/>
          </a:xfrm>
          <a:prstGeom prst="rect">
            <a:avLst/>
          </a:prstGeom>
          <a:solidFill>
            <a:srgbClr val="F4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93392"/>
            <a:ext cx="2999232" cy="2642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32F3A"/>
                </a:solidFill>
              </a:defRPr>
            </a:pPr>
            <a:r>
              <a:t>Maximize feasible assignments</a:t>
            </a:r>
            <a:br/>
            <a:r>
              <a:t>Respect deadlines</a:t>
            </a:r>
            <a:br/>
            <a:r>
              <a:t>Make decisions visible</a:t>
            </a:r>
            <a:br/>
            <a:r>
              <a:t>Report schedule + rejected EVs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66360"/>
            <a:ext cx="10561320" cy="777240"/>
          </a:xfrm>
          <a:prstGeom prst="roundRect">
            <a:avLst/>
          </a:prstGeom>
          <a:solidFill>
            <a:srgbClr val="E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2238"/>
                </a:solidFill>
              </a:defRPr>
            </a:pPr>
            <a:r>
              <a:t>Technologies:  Python  •  Flask  • 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E"/>
                </a:solidFill>
              </a:defRPr>
            </a:pPr>
            <a:r>
              <a:t>EV Charging Slot Scheduler  •  Problem 86                                    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238"/>
                </a:solidFill>
              </a:defRPr>
            </a:pPr>
            <a:r>
              <a:t>Three Algorithms, One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7E"/>
                </a:solidFill>
              </a:defRPr>
            </a:pPr>
            <a:r>
              <a:t>Each algorithm has a clear role in the final decision.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594360" cy="594360"/>
          </a:xfrm>
          <a:prstGeom prst="ellipse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337560" cy="23317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64008" cy="2331720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134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Priority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24912"/>
            <a:ext cx="2953512" cy="1636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2F3A"/>
                </a:solidFill>
              </a:defRPr>
            </a:pPr>
            <a:r>
              <a:t>Select the next EV using:</a:t>
            </a:r>
            <a:br/>
            <a:r>
              <a:t>(-urgency, departure time, duration)</a:t>
            </a:r>
          </a:p>
        </p:txBody>
      </p:sp>
      <p:sp>
        <p:nvSpPr>
          <p:cNvPr id="10" name="Oval 9"/>
          <p:cNvSpPr/>
          <p:nvPr/>
        </p:nvSpPr>
        <p:spPr>
          <a:xfrm>
            <a:off x="4480559" y="1417320"/>
            <a:ext cx="594360" cy="594360"/>
          </a:xfrm>
          <a:prstGeom prst="ellipse">
            <a:avLst/>
          </a:prstGeom>
          <a:solidFill>
            <a:srgbClr val="2E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48840"/>
            <a:ext cx="3337560" cy="23317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2148840"/>
            <a:ext cx="64008" cy="2331720"/>
          </a:xfrm>
          <a:prstGeom prst="rect">
            <a:avLst/>
          </a:prstGeom>
          <a:solidFill>
            <a:srgbClr val="2E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7" y="23134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Greedy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724912"/>
            <a:ext cx="2953512" cy="1636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2F3A"/>
                </a:solidFill>
              </a:defRPr>
            </a:pPr>
            <a:r>
              <a:t>For the selected EV, choose the earliest feasible charging slot.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0" y="1417320"/>
            <a:ext cx="594360" cy="594360"/>
          </a:xfrm>
          <a:prstGeom prst="ellipse">
            <a:avLst/>
          </a:prstGeom>
          <a:solidFill>
            <a:srgbClr val="F4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48840"/>
            <a:ext cx="3337560" cy="23317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148840"/>
            <a:ext cx="64008" cy="2331720"/>
          </a:xfrm>
          <a:prstGeom prst="rect">
            <a:avLst/>
          </a:prstGeom>
          <a:solidFill>
            <a:srgbClr val="F4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23134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Job Sequencing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724912"/>
            <a:ext cx="2953512" cy="1636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2F3A"/>
                </a:solidFill>
              </a:defRPr>
            </a:pPr>
            <a:r>
              <a:t>Treat each EV as a job with a processing time and departure deadline.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92040"/>
            <a:ext cx="1828800" cy="621792"/>
          </a:xfrm>
          <a:prstGeom prst="round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EV DATA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4600" y="5065776"/>
            <a:ext cx="292608" cy="201168"/>
          </a:xfrm>
          <a:prstGeom prst="rightArrow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26080" y="4892040"/>
            <a:ext cx="1828800" cy="621792"/>
          </a:xfrm>
          <a:prstGeom prst="round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PRIORITY QUEUE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82312" y="5065776"/>
            <a:ext cx="292608" cy="201168"/>
          </a:xfrm>
          <a:prstGeom prst="rightArrow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193792" y="4892040"/>
            <a:ext cx="1828800" cy="621792"/>
          </a:xfrm>
          <a:prstGeom prst="round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FEASIBILITY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50023" y="5065776"/>
            <a:ext cx="292608" cy="201168"/>
          </a:xfrm>
          <a:prstGeom prst="rightArrow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461504" y="4892040"/>
            <a:ext cx="1828800" cy="621792"/>
          </a:xfrm>
          <a:prstGeom prst="round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GREEDY SLOT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17736" y="5065776"/>
            <a:ext cx="292608" cy="201168"/>
          </a:xfrm>
          <a:prstGeom prst="rightArrow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29216" y="4892040"/>
            <a:ext cx="1828800" cy="621792"/>
          </a:xfrm>
          <a:prstGeom prst="roundRect">
            <a:avLst/>
          </a:prstGeom>
          <a:solidFill>
            <a:srgbClr val="0F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FINAL 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E"/>
                </a:solidFill>
              </a:defRPr>
            </a:pPr>
            <a:r>
              <a:t>EV Charging Slot Scheduler  •  Problem 86                                    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238"/>
                </a:solidFill>
              </a:defRPr>
            </a:pPr>
            <a:r>
              <a:t>Example: From Vehicles to Charging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7E"/>
                </a:solidFill>
              </a:defRPr>
            </a:pPr>
            <a:r>
              <a:t>The scheduler exposes the order and the reason behind every assignment.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10185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Order</a:t>
                      </a:r>
                    </a:p>
                  </a:txBody>
                  <a:tcPr anchor="ctr">
                    <a:solidFill>
                      <a:srgbClr val="0F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 anchor="ctr">
                    <a:solidFill>
                      <a:srgbClr val="0F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 anchor="ctr">
                    <a:solidFill>
                      <a:srgbClr val="0F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Departure</a:t>
                      </a:r>
                    </a:p>
                  </a:txBody>
                  <a:tcPr anchor="ctr">
                    <a:solidFill>
                      <a:srgbClr val="0F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0F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Assigned</a:t>
                      </a:r>
                    </a:p>
                  </a:txBody>
                  <a:tcPr anchor="ctr">
                    <a:solidFill>
                      <a:srgbClr val="0F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EV02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10:30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Slot 1 • 09:00–09:30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EV03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45 min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Slot 2 • 09:00–09:45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EV01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12:00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60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Slot 1 • 09:30–10:30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EV04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13:00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60 min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F3A"/>
                          </a:solidFill>
                        </a:defRPr>
                      </a:pPr>
                      <a:r>
                        <a:t>Slot 2 • 09:45–10:45</a:t>
                      </a:r>
                    </a:p>
                  </a:txBody>
                  <a:tcPr anchor="ctr">
                    <a:solidFill>
                      <a:srgbClr val="F6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92040"/>
            <a:ext cx="3383280" cy="9601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892040"/>
            <a:ext cx="64008" cy="960120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505663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WHY EV02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468112"/>
            <a:ext cx="299923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F3A"/>
                </a:solidFill>
              </a:defRPr>
            </a:pPr>
            <a:r>
              <a:t>Highest urgency =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4892040"/>
            <a:ext cx="3383280" cy="9601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4892040"/>
            <a:ext cx="64008" cy="960120"/>
          </a:xfrm>
          <a:prstGeom prst="rect">
            <a:avLst/>
          </a:prstGeom>
          <a:solidFill>
            <a:srgbClr val="2E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505663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WHY SLOT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468112"/>
            <a:ext cx="299923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F3A"/>
                </a:solidFill>
              </a:defRPr>
            </a:pPr>
            <a:r>
              <a:t>Earliest feasible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892040"/>
            <a:ext cx="3383280" cy="9601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4892040"/>
            <a:ext cx="64008" cy="960120"/>
          </a:xfrm>
          <a:prstGeom prst="rect">
            <a:avLst/>
          </a:prstGeom>
          <a:solidFill>
            <a:srgbClr val="F4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505663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DEADLINE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5468112"/>
            <a:ext cx="299923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F3A"/>
                </a:solidFill>
              </a:defRPr>
            </a:pPr>
            <a:r>
              <a:t>Finish time must be ≤ departure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E"/>
                </a:solidFill>
              </a:defRPr>
            </a:pPr>
            <a:r>
              <a:t>EV Charging Slot Scheduler  •  Problem 86                                    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Prototype Architecture &amp; Expected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DD7"/>
                </a:solidFill>
              </a:defRPr>
            </a:pPr>
            <a:r>
              <a:t>Simple web architecture with measurable algorithmic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14173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FRONT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2862072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F3A"/>
                </a:solidFill>
              </a:defRPr>
            </a:pPr>
            <a:r>
              <a:t>Flask web form</a:t>
            </a:r>
            <a:br/>
            <a:r>
              <a:t>Vehicle + slot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14173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64008" cy="1417320"/>
          </a:xfrm>
          <a:prstGeom prst="rect">
            <a:avLst/>
          </a:prstGeom>
          <a:solidFill>
            <a:srgbClr val="2E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5819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ALGORITHM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993392"/>
            <a:ext cx="2862072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F3A"/>
                </a:solidFill>
              </a:defRPr>
            </a:pPr>
            <a:r>
              <a:t>Priority Queue</a:t>
            </a:r>
            <a:br/>
            <a:r>
              <a:t>Greedy + Job Sequencing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F6F9FA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64008" cy="1417320"/>
          </a:xfrm>
          <a:prstGeom prst="rect">
            <a:avLst/>
          </a:prstGeom>
          <a:solidFill>
            <a:srgbClr val="F4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15819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238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993392"/>
            <a:ext cx="2862072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F3A"/>
                </a:solidFill>
              </a:defRPr>
            </a:pPr>
            <a:r>
              <a:t>PostgreSQL</a:t>
            </a:r>
            <a:br/>
            <a:r>
              <a:t>Vehicles + schedules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83280"/>
            <a:ext cx="2487168" cy="1417320"/>
          </a:xfrm>
          <a:prstGeom prst="roundRect">
            <a:avLst/>
          </a:prstGeom>
          <a:solidFill>
            <a:srgbClr val="193148"/>
          </a:solidFill>
          <a:ln>
            <a:solidFill>
              <a:srgbClr val="37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Scheduled EVs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C8D7E1"/>
                </a:solidFill>
              </a:defRPr>
            </a:pPr>
            <a:r>
              <a:t>Maximize feasible assignments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383280"/>
            <a:ext cx="2487168" cy="1417320"/>
          </a:xfrm>
          <a:prstGeom prst="roundRect">
            <a:avLst/>
          </a:prstGeom>
          <a:solidFill>
            <a:srgbClr val="193148"/>
          </a:solidFill>
          <a:ln>
            <a:solidFill>
              <a:srgbClr val="37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79" y="35844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Deadline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402336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C8D7E1"/>
                </a:solidFill>
              </a:defRPr>
            </a:pPr>
            <a:r>
              <a:t>Finish before departure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83280"/>
            <a:ext cx="2487168" cy="1417320"/>
          </a:xfrm>
          <a:prstGeom prst="roundRect">
            <a:avLst/>
          </a:prstGeom>
          <a:solidFill>
            <a:srgbClr val="193148"/>
          </a:solidFill>
          <a:ln>
            <a:solidFill>
              <a:srgbClr val="37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5844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Avg. Waiting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C8D7E1"/>
                </a:solidFill>
              </a:defRPr>
            </a:pPr>
            <a:r>
              <a:t>Measure service delay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3383280"/>
            <a:ext cx="2487168" cy="1417320"/>
          </a:xfrm>
          <a:prstGeom prst="roundRect">
            <a:avLst/>
          </a:prstGeom>
          <a:solidFill>
            <a:srgbClr val="193148"/>
          </a:solidFill>
          <a:ln>
            <a:solidFill>
              <a:srgbClr val="37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19" y="35844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Utilization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402336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C8D7E1"/>
                </a:solidFill>
              </a:defRPr>
            </a:pPr>
            <a:r>
              <a:t>Measure charger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257800"/>
            <a:ext cx="10515600" cy="713232"/>
          </a:xfrm>
          <a:prstGeom prst="round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Time:  O(N log N + N×S)     •     Space:  O(N + S)     •     Output: Explainable 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9C3"/>
                </a:solidFill>
              </a:defRPr>
            </a:pPr>
            <a:r>
              <a:t>EV Charging Slot Scheduler  •  Problem 86                                    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396</Words>
  <Application>Microsoft Office PowerPoint</Application>
  <PresentationFormat>Widescreen</PresentationFormat>
  <Paragraphs>91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reddy</cp:lastModifiedBy>
  <cp:revision>2</cp:revision>
  <dcterms:created xsi:type="dcterms:W3CDTF">2013-01-27T09:14:16Z</dcterms:created>
  <dcterms:modified xsi:type="dcterms:W3CDTF">2026-10-03T08:46:23Z</dcterms:modified>
  <cp:category/>
</cp:coreProperties>
</file>